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0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848DDD-85F7-55E1-0693-EF2639230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9B246CE-AF1A-1076-3940-AAEED1665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D6A918-4364-B074-D12E-20A9CBDA6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8A3B8-F98C-4B7F-A277-D3C32A67830A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2BC163-3571-3119-BE31-171182A92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441693-A5E4-A6D7-1BBF-CED430187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30DC-F591-40E9-BF65-2C776CA764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228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6FD020-CD0C-6599-FBF7-E4F020F2E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046530-73BA-D633-DFF1-928694BBB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DEBA87-33D2-AE5D-D0D6-523BBA4D3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8A3B8-F98C-4B7F-A277-D3C32A67830A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F1C0DA-FE9D-E7F4-6F85-4D1C2A187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1CE592-F3F4-0B21-AF4A-81139C9F3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30DC-F591-40E9-BF65-2C776CA764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6464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C755EB-27EC-0CA2-87F7-447AE58AC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7DC913-EF63-6F4B-0B5F-7C094AE46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DC3DEF-982D-DCD1-E53A-F6376A1A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8A3B8-F98C-4B7F-A277-D3C32A67830A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D4E54D-D5DD-E9B3-C8CE-F3319DDD3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7EF474-0BD1-0C85-DCF0-D152F9298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30DC-F591-40E9-BF65-2C776CA764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2466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D05CD9-001A-AD4D-B45F-9BFECD339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515179-1B25-5890-276D-EED828566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251F012-7001-BB87-C002-A27550877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CD83152-63FE-94BD-E644-36571774B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8A3B8-F98C-4B7F-A277-D3C32A67830A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D6EE84-7854-6FD9-B130-9095B7471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E66678-8A6D-2214-8EB2-C2C52C7A3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30DC-F591-40E9-BF65-2C776CA764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247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030367-0A2B-9A6E-EE2A-6248E1164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544EAE-FB74-BA8A-6981-F65413519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6D1395D-106F-D905-5C18-94CCAB4CA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B3C6480-3136-FAA0-28A9-5D5E28FDE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5A07435-A6D4-6356-A27D-CB1EF75BBB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4597EE5-ACF2-C3E8-617E-2F0958E2A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8A3B8-F98C-4B7F-A277-D3C32A67830A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B25B43E-F26A-612F-6523-773E7113B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CD6CFCF-DB52-CE3E-9B2C-E7DF4048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30DC-F591-40E9-BF65-2C776CA764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187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80FBD4-052F-7389-9CEE-6A4F7B964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FC990A9-3CD2-C48B-DCE1-860A0E0E1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8A3B8-F98C-4B7F-A277-D3C32A67830A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ABA43F7-E690-C404-BBA5-A91A350F7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75556F3-B62D-22FF-4B90-40FB15C9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30DC-F591-40E9-BF65-2C776CA764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7222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29F954B-5B58-0E15-F3A2-229CF867F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8A3B8-F98C-4B7F-A277-D3C32A67830A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5F33977-1277-F640-8260-B9DC4BB94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4E95C5-18A9-15F6-FEC0-78F421AFA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30DC-F591-40E9-BF65-2C776CA764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1857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73C097-FCF4-1CCF-8717-7402888E1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A6F57A-22C3-6CC8-6831-5C3E0A720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466E4B-8CB5-2FD6-4A01-EBC6A9EC3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23C886D-4427-87A9-D001-268CC416D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8A3B8-F98C-4B7F-A277-D3C32A67830A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A671E5-67F7-8A2D-F097-FF4627EE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E514CF-86AE-57EA-BCD6-3E120370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30DC-F591-40E9-BF65-2C776CA764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6321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01A1E6-8004-D3F4-7552-8C4E4A41D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31A8277-A835-4EEE-B5E1-1E403C9138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62791CB-ECD0-F845-6285-217B241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D917DDC-ED62-8D92-7609-F92A8B252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8A3B8-F98C-4B7F-A277-D3C32A67830A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B3FB1DD-C08A-BDFD-5F6F-E070DD4AA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C78342A-D497-ADAE-D0FA-BE980B2CB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30DC-F591-40E9-BF65-2C776CA764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079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C5071D-D110-15DD-E408-6A2AD7F93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5D4AB56-8423-4692-4B35-6B087D461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A8EC8F-D0A3-2DE3-BC44-4A4C8137F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8A3B8-F98C-4B7F-A277-D3C32A67830A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DD03E9-DD07-FEA0-EEB6-9FEEC1F87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5E9A64-72EC-91AD-F5CE-0D076F4DA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30DC-F591-40E9-BF65-2C776CA764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536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A221323-C41D-00F7-EADF-8BA7FB0960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B1A20E-95F3-35D0-4DDB-C2D322F21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DF54F-EE67-02F5-9166-665EC01B6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8A3B8-F98C-4B7F-A277-D3C32A67830A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8DD866-D284-1A1F-718C-3C501B2D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33E4B3-E693-67C2-7673-8D88EFAD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30DC-F591-40E9-BF65-2C776CA764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819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65F381C-00F9-E4E5-9B6A-396385043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BFE9C9-8E20-EB3D-ED6F-E5EE2FC86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E990DF-68B5-BFD3-D6FD-498A9C2B1F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8A3B8-F98C-4B7F-A277-D3C32A67830A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4D2F15-B7DD-6A79-FD63-0A11C956A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BA838A-E101-5829-B62F-E4C45E5A6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D30DC-F591-40E9-BF65-2C776CA764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6730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B7C9E0-90F3-54F7-6504-FEF1EE111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1486" y="1122363"/>
            <a:ext cx="9666514" cy="2387600"/>
          </a:xfrm>
        </p:spPr>
        <p:txBody>
          <a:bodyPr/>
          <a:lstStyle/>
          <a:p>
            <a:r>
              <a:rPr lang="ja-JP" altLang="en-US" dirty="0"/>
              <a:t>クイズのような勉強アプリ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8B94753-92D5-58F8-EAA1-3576092DD3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國島聡一郎</a:t>
            </a:r>
          </a:p>
        </p:txBody>
      </p:sp>
    </p:spTree>
    <p:extLst>
      <p:ext uri="{BB962C8B-B14F-4D97-AF65-F5344CB8AC3E}">
        <p14:creationId xmlns:p14="http://schemas.microsoft.com/office/powerpoint/2010/main" val="1919765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8D9861-9AA7-3210-5B46-3EF8DB5CF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アプリ概要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BB8B1F-2FF3-4F0F-07FB-FE209C963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自分で問題文、解答、解説を登録できるアプリ。自分で設定した問題を回答することで、暗記するようになって、勉強につながるアプリ</a:t>
            </a:r>
          </a:p>
        </p:txBody>
      </p:sp>
    </p:spTree>
    <p:extLst>
      <p:ext uri="{BB962C8B-B14F-4D97-AF65-F5344CB8AC3E}">
        <p14:creationId xmlns:p14="http://schemas.microsoft.com/office/powerpoint/2010/main" val="2132646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3F11F6-7A1E-FA5D-437B-02D22CFBA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遷移図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9FB18A0-F864-ED9C-7606-D9472266FEAE}"/>
              </a:ext>
            </a:extLst>
          </p:cNvPr>
          <p:cNvSpPr txBox="1"/>
          <p:nvPr/>
        </p:nvSpPr>
        <p:spPr>
          <a:xfrm>
            <a:off x="838200" y="1785257"/>
            <a:ext cx="31459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ja-JP" sz="3600" dirty="0"/>
          </a:p>
          <a:p>
            <a:r>
              <a:rPr lang="ja-JP" altLang="en-US" sz="3600" dirty="0"/>
              <a:t>　ホーム</a:t>
            </a:r>
            <a:endParaRPr kumimoji="1" lang="ja-JP" altLang="en-US" sz="36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F52170A-F823-CD61-DAB1-16E76D2DAE93}"/>
              </a:ext>
            </a:extLst>
          </p:cNvPr>
          <p:cNvSpPr txBox="1"/>
          <p:nvPr/>
        </p:nvSpPr>
        <p:spPr>
          <a:xfrm>
            <a:off x="7010400" y="2012406"/>
            <a:ext cx="3657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ja-JP" dirty="0"/>
          </a:p>
          <a:p>
            <a:r>
              <a:rPr lang="ja-JP" altLang="en-US" sz="3600" dirty="0"/>
              <a:t>作成画面</a:t>
            </a:r>
            <a:endParaRPr lang="en-US" altLang="ja-JP" sz="3600" dirty="0"/>
          </a:p>
          <a:p>
            <a:r>
              <a:rPr lang="ja-JP" altLang="en-US" dirty="0"/>
              <a:t>問題、解答、解説を設定し、保存できる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7D1E597-3F9D-DA63-A514-90929D88753F}"/>
              </a:ext>
            </a:extLst>
          </p:cNvPr>
          <p:cNvSpPr txBox="1"/>
          <p:nvPr/>
        </p:nvSpPr>
        <p:spPr>
          <a:xfrm>
            <a:off x="7010400" y="4049486"/>
            <a:ext cx="34943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解答画面</a:t>
            </a:r>
            <a:endParaRPr kumimoji="1" lang="en-US" altLang="ja-JP" sz="3600" dirty="0"/>
          </a:p>
          <a:p>
            <a:r>
              <a:rPr lang="ja-JP" altLang="en-US" dirty="0"/>
              <a:t>作った問題を解くことができる</a:t>
            </a:r>
            <a:endParaRPr lang="en-US" altLang="ja-JP" dirty="0"/>
          </a:p>
          <a:p>
            <a:r>
              <a:rPr lang="ja-JP" altLang="en-US" dirty="0"/>
              <a:t>解答すると、答えと解説が表示される</a:t>
            </a:r>
            <a:endParaRPr kumimoji="1" lang="ja-JP" altLang="en-US" dirty="0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B8D26449-B11A-9949-304D-E48A27F213B0}"/>
              </a:ext>
            </a:extLst>
          </p:cNvPr>
          <p:cNvCxnSpPr/>
          <p:nvPr/>
        </p:nvCxnSpPr>
        <p:spPr>
          <a:xfrm>
            <a:off x="3984171" y="3156857"/>
            <a:ext cx="2699658" cy="17090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63FC972B-1D64-E51F-6977-6E5F787A67E2}"/>
              </a:ext>
            </a:extLst>
          </p:cNvPr>
          <p:cNvCxnSpPr/>
          <p:nvPr/>
        </p:nvCxnSpPr>
        <p:spPr>
          <a:xfrm>
            <a:off x="3984171" y="2721429"/>
            <a:ext cx="292825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788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D2C1A5-E393-537F-2331-48CE50EDB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実機説明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52CF30-81DA-C1FC-A94B-9DC55EF18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7037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8DDFFA-5DB1-38DE-B3D6-8A103AE2E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搭載したい機能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15F032-C610-8A13-5518-0C9DE1045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アプリを落としても問題を保存させる機能</a:t>
            </a:r>
            <a:endParaRPr kumimoji="1" lang="en-US" altLang="ja-JP" dirty="0"/>
          </a:p>
          <a:p>
            <a:r>
              <a:rPr lang="ja-JP" altLang="en-US" dirty="0"/>
              <a:t>科目分野に細分化して保存できる機能</a:t>
            </a:r>
            <a:endParaRPr lang="en-US" altLang="ja-JP" dirty="0"/>
          </a:p>
          <a:p>
            <a:r>
              <a:rPr kumimoji="1" lang="ja-JP" altLang="en-US"/>
              <a:t>選択肢の数を変更できる機能</a:t>
            </a:r>
          </a:p>
        </p:txBody>
      </p:sp>
    </p:spTree>
    <p:extLst>
      <p:ext uri="{BB962C8B-B14F-4D97-AF65-F5344CB8AC3E}">
        <p14:creationId xmlns:p14="http://schemas.microsoft.com/office/powerpoint/2010/main" val="2710277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109</Words>
  <Application>Microsoft Office PowerPoint</Application>
  <PresentationFormat>ワイド画面</PresentationFormat>
  <Paragraphs>18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クイズのような勉強アプリ</vt:lpstr>
      <vt:lpstr>アプリ概要</vt:lpstr>
      <vt:lpstr>遷移図</vt:lpstr>
      <vt:lpstr>実機説明</vt:lpstr>
      <vt:lpstr>搭載したい機能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國島 聡一郎(zeal23310176)</dc:creator>
  <cp:lastModifiedBy>國島 聡一郎(zeal23310176)</cp:lastModifiedBy>
  <cp:revision>2</cp:revision>
  <dcterms:created xsi:type="dcterms:W3CDTF">2026-01-21T02:07:12Z</dcterms:created>
  <dcterms:modified xsi:type="dcterms:W3CDTF">2026-05-13T06:42:18Z</dcterms:modified>
</cp:coreProperties>
</file>