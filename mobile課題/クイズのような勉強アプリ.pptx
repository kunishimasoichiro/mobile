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848DDD-85F7-55E1-0693-EF26392308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9B246CE-AF1A-1076-3940-AAEED166509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5D6A918-4364-B074-D12E-20A9CBDA6F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2BC163-3571-3119-BE31-171182A92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9441693-A5E4-A6D7-1BBF-CED430187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2281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16FD020-CD0C-6599-FBF7-E4F020F2EE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6046530-73BA-D633-DFF1-928694BBB1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6DEBA87-33D2-AE5D-D0D6-523BBA4D3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7F1C0DA-FE9D-E7F4-6F85-4D1C2A187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1CE592-F3F4-0B21-AF4A-81139C9F35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6464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C755EB-27EC-0CA2-87F7-447AE58AC2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A7DC913-EF63-6F4B-0B5F-7C094AE466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DC3DEF-982D-DCD1-E53A-F6376A1AE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D4E54D-D5DD-E9B3-C8CE-F3319DDD3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7EF474-0BD1-0C85-DCF0-D152F92983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2466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ED05CD9-001A-AD4D-B45F-9BFECD339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E515179-1B25-5890-276D-EED828566EE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251F012-7001-BB87-C002-A275508776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D83152-63FE-94BD-E644-36571774BE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7D6EE84-7854-6FD9-B130-9095B7471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4E66678-8A6D-2214-8EB2-C2C52C7A38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247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5030367-0A2B-9A6E-EE2A-6248E11647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0544EAE-FB74-BA8A-6981-F654135190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6D1395D-106F-D905-5C18-94CCAB4CAF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B3C6480-3136-FAA0-28A9-5D5E28FDE5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85A07435-A6D4-6356-A27D-CB1EF75BBB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A4597EE5-ACF2-C3E8-617E-2F0958E2A8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9B25B43E-F26A-612F-6523-773E7113BD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6CD6CFCF-DB52-CE3E-9B2C-E7DF40486A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18721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680FBD4-052F-7389-9CEE-6A4F7B9646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FC990A9-3CD2-C48B-DCE1-860A0E0E1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ABA43F7-E690-C404-BBA5-A91A350F76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775556F3-B62D-22FF-4B90-40FB15C9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572226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29F954B-5B58-0E15-F3A2-229CF867F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5F33977-1277-F640-8260-B9DC4BB94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C4E95C5-18A9-15F6-FEC0-78F421AFA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857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73C097-FCF4-1CCF-8717-7402888E10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FA6F57A-22C3-6CC8-6831-5C3E0A720E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466E4B-8CB5-2FD6-4A01-EBC6A9EC37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23C886D-4427-87A9-D001-268CC416D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9A671E5-67F7-8A2D-F097-FF4627EE6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5E514CF-86AE-57EA-BCD6-3E12037065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863210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01A1E6-8004-D3F4-7552-8C4E4A41D0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031A8277-A835-4EEE-B5E1-1E403C9138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62791CB-ECD0-F845-6285-217B241F95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917DDC-ED62-8D92-7609-F92A8B252E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3FB1DD-C08A-BDFD-5F6F-E070DD4AA1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C78342A-D497-ADAE-D0FA-BE980B2CB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30794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CC5071D-D110-15DD-E408-6A2AD7F936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5D4AB56-8423-4692-4B35-6B087D4614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9A8EC8F-D0A3-2DE3-BC44-4A4C8137F7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DD03E9-DD07-FEA0-EEB6-9FEEC1F87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15E9A64-72EC-91AD-F5CE-0D076F4DA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5362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A221323-C41D-00F7-EADF-8BA7FB0960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B1A20E-95F3-35D0-4DDB-C2D322F21E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67DF54F-EE67-02F5-9166-665EC01B67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A8DD866-D284-1A1F-718C-3C501B2D5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833E4B3-E693-67C2-7673-8D88EFAD94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81993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D65F381C-00F9-E4E5-9B6A-396385043E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BFE9C9-8E20-EB3D-ED6F-E5EE2FC86E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E990DF-68B5-BFD3-D6FD-498A9C2B1F8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58A3B8-F98C-4B7F-A277-D3C32A67830A}" type="datetimeFigureOut">
              <a:rPr kumimoji="1" lang="ja-JP" altLang="en-US" smtClean="0"/>
              <a:t>2026/1/21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44D2F15-B7DD-6A79-FD63-0A11C956AF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DBA838A-E101-5829-B62F-E4C45E5A6C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5D30DC-F591-40E9-BF65-2C776CA76442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67306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9B7C9E0-90F3-54F7-6504-FEF1EE1113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1486" y="1122363"/>
            <a:ext cx="9666514" cy="2387600"/>
          </a:xfrm>
        </p:spPr>
        <p:txBody>
          <a:bodyPr/>
          <a:lstStyle/>
          <a:p>
            <a:r>
              <a:rPr lang="ja-JP" altLang="en-US" dirty="0"/>
              <a:t>クイズのような勉強アプリ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28B94753-92D5-58F8-EAA1-3576092DD36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國島聡一郎</a:t>
            </a:r>
          </a:p>
        </p:txBody>
      </p:sp>
    </p:spTree>
    <p:extLst>
      <p:ext uri="{BB962C8B-B14F-4D97-AF65-F5344CB8AC3E}">
        <p14:creationId xmlns:p14="http://schemas.microsoft.com/office/powerpoint/2010/main" val="19197655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8D9861-9AA7-3210-5B46-3EF8DB5CF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アプリ概要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BB8B1F-2FF3-4F0F-07FB-FE209C9639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kumimoji="1" lang="ja-JP" altLang="en-US" dirty="0"/>
              <a:t>自分で問題文、解答、解説を登録できるアプリ。自分で設定した問題を回答することで、暗記するようになって、勉強につながるアプリ</a:t>
            </a:r>
          </a:p>
        </p:txBody>
      </p:sp>
    </p:spTree>
    <p:extLst>
      <p:ext uri="{BB962C8B-B14F-4D97-AF65-F5344CB8AC3E}">
        <p14:creationId xmlns:p14="http://schemas.microsoft.com/office/powerpoint/2010/main" val="2132646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63F11F6-7A1E-FA5D-437B-02D22CFBA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遷移図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9FB18A0-F864-ED9C-7606-D9472266FEAE}"/>
              </a:ext>
            </a:extLst>
          </p:cNvPr>
          <p:cNvSpPr txBox="1"/>
          <p:nvPr/>
        </p:nvSpPr>
        <p:spPr>
          <a:xfrm>
            <a:off x="838200" y="1785257"/>
            <a:ext cx="314597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en-US" altLang="ja-JP" sz="3600" dirty="0"/>
          </a:p>
          <a:p>
            <a:r>
              <a:rPr lang="ja-JP" altLang="en-US" sz="3600" dirty="0"/>
              <a:t>　ホーム</a:t>
            </a:r>
            <a:endParaRPr kumimoji="1" lang="ja-JP" altLang="en-US" sz="3600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F52170A-F823-CD61-DAB1-16E76D2DAE93}"/>
              </a:ext>
            </a:extLst>
          </p:cNvPr>
          <p:cNvSpPr txBox="1"/>
          <p:nvPr/>
        </p:nvSpPr>
        <p:spPr>
          <a:xfrm>
            <a:off x="7010400" y="2012406"/>
            <a:ext cx="365760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en-US" altLang="ja-JP" dirty="0"/>
          </a:p>
          <a:p>
            <a:r>
              <a:rPr lang="ja-JP" altLang="en-US" sz="3600" dirty="0"/>
              <a:t>作成画面</a:t>
            </a:r>
            <a:endParaRPr lang="en-US" altLang="ja-JP" sz="3600" dirty="0"/>
          </a:p>
          <a:p>
            <a:r>
              <a:rPr lang="ja-JP" altLang="en-US" dirty="0"/>
              <a:t>問題、解答、解説を設定し、保存できる</a:t>
            </a:r>
            <a:endParaRPr lang="en-US" altLang="ja-JP" dirty="0"/>
          </a:p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7D1E597-3F9D-DA63-A514-90929D88753F}"/>
              </a:ext>
            </a:extLst>
          </p:cNvPr>
          <p:cNvSpPr txBox="1"/>
          <p:nvPr/>
        </p:nvSpPr>
        <p:spPr>
          <a:xfrm>
            <a:off x="7010400" y="4049486"/>
            <a:ext cx="349431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600" dirty="0"/>
              <a:t>解答画面</a:t>
            </a:r>
            <a:endParaRPr kumimoji="1" lang="en-US" altLang="ja-JP" sz="3600" dirty="0"/>
          </a:p>
          <a:p>
            <a:r>
              <a:rPr lang="ja-JP" altLang="en-US" dirty="0"/>
              <a:t>作った問題を解くことができる</a:t>
            </a:r>
            <a:endParaRPr lang="en-US" altLang="ja-JP" dirty="0"/>
          </a:p>
          <a:p>
            <a:r>
              <a:rPr lang="ja-JP" altLang="en-US" dirty="0"/>
              <a:t>解答すると、答えと解説が表示される</a:t>
            </a:r>
            <a:endParaRPr kumimoji="1" lang="ja-JP" altLang="en-US" dirty="0"/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B8D26449-B11A-9949-304D-E48A27F213B0}"/>
              </a:ext>
            </a:extLst>
          </p:cNvPr>
          <p:cNvCxnSpPr/>
          <p:nvPr/>
        </p:nvCxnSpPr>
        <p:spPr>
          <a:xfrm>
            <a:off x="3984171" y="3156857"/>
            <a:ext cx="2699658" cy="17090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63FC972B-1D64-E51F-6977-6E5F787A67E2}"/>
              </a:ext>
            </a:extLst>
          </p:cNvPr>
          <p:cNvCxnSpPr/>
          <p:nvPr/>
        </p:nvCxnSpPr>
        <p:spPr>
          <a:xfrm>
            <a:off x="3984171" y="2721429"/>
            <a:ext cx="2928258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27882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80</Words>
  <Application>Microsoft Office PowerPoint</Application>
  <PresentationFormat>ワイド画面</PresentationFormat>
  <Paragraphs>13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クイズのような勉強アプリ</vt:lpstr>
      <vt:lpstr>アプリ概要</vt:lpstr>
      <vt:lpstr>遷移図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國島 聡一郎(zeal23310176)</dc:creator>
  <cp:lastModifiedBy>國島 聡一郎(zeal23310176)</cp:lastModifiedBy>
  <cp:revision>1</cp:revision>
  <dcterms:created xsi:type="dcterms:W3CDTF">2026-01-21T02:07:12Z</dcterms:created>
  <dcterms:modified xsi:type="dcterms:W3CDTF">2026-01-21T02:35:07Z</dcterms:modified>
</cp:coreProperties>
</file>